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57" r:id="rId6"/>
    <p:sldId id="274" r:id="rId7"/>
    <p:sldId id="273" r:id="rId8"/>
    <p:sldId id="268" r:id="rId9"/>
    <p:sldId id="276" r:id="rId10"/>
    <p:sldId id="277" r:id="rId11"/>
    <p:sldId id="275" r:id="rId12"/>
    <p:sldId id="270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Conversational SIEM Assistant for Investigation and Automated Threat Reporting using NLP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/>
                <a:ea typeface="Cambria" panose="02040503050406030204"/>
              </a:rPr>
              <a:t>Batch Number:CBD_</a:t>
            </a:r>
            <a:r>
              <a:rPr lang="en-US" altLang="en-GB" sz="1800" dirty="0">
                <a:latin typeface="Cambria" panose="02040503050406030204"/>
                <a:ea typeface="Cambria" panose="02040503050406030204"/>
              </a:rPr>
              <a:t>3</a:t>
            </a:r>
            <a:endParaRPr lang="en-US" altLang="en-GB" sz="1800" dirty="0">
              <a:latin typeface="Cambria" panose="02040503050406030204"/>
              <a:ea typeface="Cambria" panose="02040503050406030204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US" alt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Ms.Dhannya J</a:t>
            </a:r>
            <a:endParaRPr lang="en-GB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/>
                <a:ea typeface="Cambria" panose="02040503050406030204"/>
              </a:rPr>
              <a:t>Professor 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School of Computer Science and Engineering</a:t>
            </a:r>
            <a:endParaRPr lang="en-GB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Presidency University</a:t>
            </a:r>
            <a:endParaRPr lang="en-GB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89471" y="2429773"/>
          <a:ext cx="5596526" cy="2194620"/>
        </p:xfrm>
        <a:graphic>
          <a:graphicData uri="http://schemas.openxmlformats.org/drawingml/2006/table">
            <a:tbl>
              <a:tblPr firstRow="1" lastRow="1" bandRow="1">
                <a:tableStyleId>{3B4B98B0-60AC-42C2-AFA5-B58CD77FA1E5}</a:tableStyleId>
              </a:tblPr>
              <a:tblGrid>
                <a:gridCol w="2124205"/>
                <a:gridCol w="3472321"/>
              </a:tblGrid>
              <a:tr h="284878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20221CBD0012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POOJITHA 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20221CBD0014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PAVANI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20221CBD0030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UMESH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r>
              <a:rPr lang="en-US" alt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7302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B .Tech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HOD  : Dr.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Pravinthraja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 S</a:t>
            </a:r>
            <a:endParaRPr lang="en-US" sz="1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Dr. H M Manjula</a:t>
            </a:r>
            <a:endParaRPr lang="en-US" sz="1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/>
              <a:ea typeface="Cambria" panose="02040503050406030204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 25173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Organization</a:t>
            </a: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:Indian space Research Organisation(ISRO)</a:t>
            </a: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Category (Hardware / Software / Both) </a:t>
            </a: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:Software</a:t>
            </a: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Problem Description:</a:t>
            </a:r>
            <a:endParaRPr lang="en-US" b="1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ELK-based SIEMs such as Elastic SIEM and Wazuh provide powerful log collection, correlation, and detection capabilities. However, effective interaction with these systems requires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Objectives 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195706" y="1006198"/>
            <a:ext cx="11789434" cy="5189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develop a conversational SIEM assistant that allows users to interact with security data using natural language queries.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analyze and process SIEM logs for effective detection and investigation of security threats.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apply Natural Language Processing techniques to understand user queries and retrieve relevant security insights.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automate threat analysis and generate meaningful security reports.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reduce analyst workload and improve incident response time in cybersecurity operations.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mbria" panose="02040503050406030204"/>
                <a:ea typeface="Cambria" panose="02040503050406030204"/>
              </a:rPr>
              <a:t>Background and Related Work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64795" y="963930"/>
            <a:ext cx="11216005" cy="513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</a:t>
            </a: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Rapid growth of digital infrastructure has resulted in a massive increase in security log data, making manual analysis through traditional SIEM systems difficult and time-consuming.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Conventional SIEM platforms require complex query writing and manual dashboard interpretation, demanding advanced technical expertise and leading to slower incident response times.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Machine learning and rule-based log correlation techniques help automate threat detection but still lack intuitive interaction and contextual understanding for analysts.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NLP-based interfaces and chatbots allow users to query and analyze security logs using natural language, improving accessibility, but many existing solutions are limited and lack real-time investigation features.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The proposed Conversational SIEM Assistant combines NLP-driven interaction with SIEM log analysis and automated threat reporting to reduce analyst workload and provide actionable insights efficiently.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5450" y="1302385"/>
            <a:ext cx="11614150" cy="45827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The rapid increase in security log data from diverse sources makes manual investigation in traditional SIEM systems inefficient and error-prone.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Existing SIEM platforms require complex query languages and expert knowledge, increasing analyst workload and slowing incident response.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Machine learning and rule-based detection improve alert generation but lack intuitive interaction and contextual explanation for analysts.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Current NLP-based SIEM solutions are limited in scope, often lacking real-time investigation and automated reporting capabilities.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There is a need for a Conversational SIEM Assistant that uses NLP to simplify investigations, provide contextual insights, and automate threat reporting.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Analysis of Problem Statement (contd...)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Software and Hardware Requirements: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4953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Operating System: Windows 10/11 or Linux (Ubuntu 20.04 or later)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Programming Language: Python (for NLP, ML, and backend logic)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SIEM Platform: ELK Stack (Elasticsearch, Logstash, Kibana) or Splunk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NLP Frameworks/Libraries: spaCy, NLTK, Hugging Face Transformers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Machine Learning Libraries: Scikit-learn, TensorFlow or PyTorch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Backend Framework: Flask or Django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Database: Elasticsearch / MongoDB / PostgreSQL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Frontend (Optional): HTML, CSS, JavaScript, React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API &amp; Integration Tools: REST APIs, JSON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Deployment Environment: Docker, Kubernetes (optional)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SDG Mapping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9 – Industry, Innovation and Infrastructure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Enhances digital security infrastructure through NLP-driven automation. Supports innovation in cybersecurity monitoring and incident response.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16 – Peace, Justice and Strong Institutions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Improves cyber threat detection and investigation. Strengthens trust, transparency, and resilience of digital institutions.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4 – Quality Education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Simplifies cybersecurity analysis using conversational interfaces. Supports learning and skill development for students and junior security analysts.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8 – Decent Work and Economic Growth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Reduces analyst workload through automation. Improves productivity and ensures secure digital environments for businesses.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17 – Partnerships for the Goals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Encourages integration of NLP, machine learning, and SIEM platforms. Promotes collaboration between academia, industry, and cybersecurity stakeholders.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/>
                <a:ea typeface="Cambria" panose="02040503050406030204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/>
                <a:ea typeface="Cambria" panose="02040503050406030204"/>
              </a:rPr>
              <a:t>  Link: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https://github.com/samidisettypavani/Batch_CBD03_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Conversational SIEM Assistant for Investigation and Automated Threat Reporting using NLP</a:t>
            </a:r>
            <a:endParaRPr lang="en-US" alt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96499" y="274638"/>
            <a:ext cx="10984301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sz="1600" dirty="0">
                <a:latin typeface="Cambria" panose="02040503050406030204"/>
                <a:ea typeface="Cambria" panose="02040503050406030204"/>
              </a:rPr>
              <a:t>Timeline of the Project (Gantt Chart)</a:t>
            </a:r>
            <a:endParaRPr sz="1600" dirty="0">
              <a:latin typeface="Cambria" panose="02040503050406030204"/>
              <a:ea typeface="Cambria" panose="020405030504060302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3849" y="1049547"/>
          <a:ext cx="11310363" cy="4826841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1285875"/>
                <a:gridCol w="1253061"/>
                <a:gridCol w="1253061"/>
                <a:gridCol w="1253061"/>
                <a:gridCol w="1206498"/>
                <a:gridCol w="1299624"/>
                <a:gridCol w="1253061"/>
                <a:gridCol w="1253061"/>
                <a:gridCol w="1253061"/>
              </a:tblGrid>
              <a:tr h="288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Phase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Week 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Week 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Week 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Week 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Week 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Week 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Week 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Week 8</a:t>
                      </a:r>
                      <a:endParaRPr lang="en-US" dirty="0"/>
                    </a:p>
                  </a:txBody>
                  <a:tcPr anchor="ctr"/>
                </a:tc>
              </a:tr>
              <a:tr h="485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Email Data Collection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</a:tr>
              <a:tr h="925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Header Parsing &amp; Preprocessing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</a:tr>
              <a:tr h="683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IP Lookup &amp; Geolocation Analysis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</a:tr>
              <a:tr h="1077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Visualization &amp; Dashboard Development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</a:tr>
              <a:tr h="485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Testing &amp; Refinement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</a:tr>
              <a:tr h="683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 Reporting &amp; Review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✔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r>
              <a:rPr lang="en-US" altLang="en-US" sz="18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[1]Filippo Perrina, Francesco Marchiori, Mauro Conti, and Nino Vincenzo Verde, AGIR: Automating Cyber Threat Intelligence Reporting with Natural Language Generation, in IEEE International Conference on Big Data (BigData), 2023 — this paper presents an NLP-based system for automated cybersecurity reporting, closely aligned with your automated threat reporting component.</a:t>
            </a:r>
            <a:endParaRPr lang="en-US" altLang="en-US" sz="18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altLang="en-US" sz="18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altLang="en-US" sz="18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[2]Yilun Liu et al., Interpretable Online Log Analysis Using Large Language Models with Prompt Strategies, in Proceedings of the 32nd IEEE/ACM International Conference on Program Comprehension, 2024 — explores log analysis using LLMs and NLP prompting, relevant for SIEM log interpretation tasks.</a:t>
            </a:r>
            <a:endParaRPr lang="en-US" altLang="en-US" sz="18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altLang="en-US" sz="18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altLang="en-US" sz="18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[3]Experience Report: Log Mining Using Natural Language Processing and Application to Anomaly Detection, IEEE Conference Publication, 2025 — an IEEE paper on using NLP for mining logs and detecting anomalies, foundational for SIEM log processing.</a:t>
            </a:r>
            <a:endParaRPr lang="en-US" altLang="en-US" sz="18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altLang="en-US" sz="18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altLang="en-US" sz="18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[4]Cyber Threat Analysis Using Natural Language Processing for a Secure Healthcare System, IEEE Conference Publication, 2025 — demonstrates NLP-based threat analysis in a security context.</a:t>
            </a:r>
            <a:endParaRPr lang="en-US" altLang="en-US" sz="18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6385</Words>
  <Application>WPS Presentation</Application>
  <PresentationFormat>Widescreen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Cambria</vt:lpstr>
      <vt:lpstr>Microsoft YaHei</vt:lpstr>
      <vt:lpstr>Arial Unicode MS</vt:lpstr>
      <vt:lpstr>Times New Roman</vt:lpstr>
      <vt:lpstr>Wide Latin</vt:lpstr>
      <vt:lpstr>Bioinformatics</vt:lpstr>
      <vt:lpstr>EMAIL ADDRESS TRACKING AND TRACING</vt:lpstr>
      <vt:lpstr>Problem Statement Number: </vt:lpstr>
      <vt:lpstr>Content</vt:lpstr>
      <vt:lpstr>Content (continuation)..</vt:lpstr>
      <vt:lpstr>Background and Related Work</vt:lpstr>
      <vt:lpstr>Technology Stack Components</vt:lpstr>
      <vt:lpstr>PowerPoint 演示文稿</vt:lpstr>
      <vt:lpstr>PowerPoint 演示文稿</vt:lpstr>
      <vt:lpstr>Github Link</vt:lpstr>
      <vt:lpstr>Timeline of the Project (Gantt Chart)</vt:lpstr>
      <vt:lpstr>References (IEEE Paper format)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Umesh Serakula</cp:lastModifiedBy>
  <cp:revision>327</cp:revision>
  <dcterms:created xsi:type="dcterms:W3CDTF">2026-01-11T14:23:01Z</dcterms:created>
  <dcterms:modified xsi:type="dcterms:W3CDTF">2026-01-11T15:33:26Z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C7BB28DA80214648BE61634B9F14504D_13</vt:lpwstr>
  </property>
  <property fmtid="{D5CDD505-2E9C-101B-9397-08002B2CF9AE}" pid="3" name="KSOProductBuildVer">
    <vt:lpwstr>1033-12.2.0.23196</vt:lpwstr>
  </property>
</Properties>
</file>