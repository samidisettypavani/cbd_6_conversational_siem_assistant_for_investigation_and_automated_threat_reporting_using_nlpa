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4" r:id="rId7"/>
    <p:sldId id="278" r:id="rId8"/>
    <p:sldId id="273" r:id="rId9"/>
    <p:sldId id="268" r:id="rId10"/>
    <p:sldId id="276" r:id="rId11"/>
    <p:sldId id="277" r:id="rId12"/>
    <p:sldId id="275" r:id="rId13"/>
    <p:sldId id="270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Conversational SIEM Assistant for Investigation and Automated Threat Reporting using NLP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/>
                <a:ea typeface="Cambria" panose="02040503050406030204"/>
              </a:rPr>
              <a:t>Batch Number:CBD_</a:t>
            </a:r>
            <a:r>
              <a:rPr lang="en-US" altLang="en-GB" sz="1800" dirty="0">
                <a:latin typeface="Cambria" panose="02040503050406030204"/>
                <a:ea typeface="Cambria" panose="02040503050406030204"/>
              </a:rPr>
              <a:t>3</a:t>
            </a:r>
            <a:endParaRPr lang="en-US" altLang="en-GB" sz="1800" dirty="0">
              <a:latin typeface="Cambria" panose="02040503050406030204"/>
              <a:ea typeface="Cambria" panose="020405030504060302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US" alt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Ms.Dhannya J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/>
                <a:ea typeface="Cambria" panose="02040503050406030204"/>
              </a:rPr>
              <a:t>Professor 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School of Computer Science and Engineering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Presidency University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89471" y="2429773"/>
          <a:ext cx="5596526" cy="2194620"/>
        </p:xfrm>
        <a:graphic>
          <a:graphicData uri="http://schemas.openxmlformats.org/drawingml/2006/table">
            <a:tbl>
              <a:tblPr firstRow="1" lastRow="1" bandRow="1">
                <a:tableStyleId>{3B4B98B0-60AC-42C2-AFA5-B58CD77FA1E5}</a:tableStyleId>
              </a:tblPr>
              <a:tblGrid>
                <a:gridCol w="2124205"/>
                <a:gridCol w="3472321"/>
              </a:tblGrid>
              <a:tr h="28487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20221CBD0012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POOJITHA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20221CBD0014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PAVANI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20221CBD0030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UMESH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r>
              <a:rPr lang="en-US" alt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7302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3</a:t>
            </a:r>
            <a:endParaRPr lang="en-US" alt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B .Tech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HOD  : Dr.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Pravinthraja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 S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Dr. H M Manjula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/>
              <a:ea typeface="Cambria" panose="0204050305040603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 25173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Organization</a:t>
            </a: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:Indian space Research Organisation(ISRO)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Category (Hardware / Software / Both) </a:t>
            </a: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:Software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Problem Description:</a:t>
            </a:r>
            <a:endParaRPr lang="en-US" b="1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ELK-based SIEMs such as Elastic SIEM and Wazuh provide powerful log collection, correlation, and detection capabilities. However, effective interaction with these systems requires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Problem Statement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Objectives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Background and Related work for title Selection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Analysis of Problem Statement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Innovation or Novel Contributions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700" dirty="0" err="1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Git</a:t>
            </a: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-hub Link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Timeline of the Project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References</a:t>
            </a: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7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1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Objectives 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95706" y="1006198"/>
            <a:ext cx="11789434" cy="518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develop a conversational SIEM assistant that allows users to interact with security data using natural language queries.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analyze and process SIEM logs for effective detection and investigation of security threats.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apply Natural Language Processing techniques to understand user queries and retrieve relevant security insights.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automate threat analysis and generate meaningful security reports.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reduce analyst workload and improve incident response time in cybersecurity operations.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  <a:sym typeface="+mn-ea"/>
              </a:rPr>
              <a:t>Architecture Diagram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2725" y="1828800"/>
            <a:ext cx="1711325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Query</a:t>
            </a:r>
          </a:p>
          <a:p>
            <a:r>
              <a:t>(Natural Language)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5565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Gemini LLM</a:t>
            </a:r>
          </a:p>
          <a:p>
            <a:r>
              <a:t>(Structured JSON Plan)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5085" y="1828800"/>
            <a:ext cx="1777365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Zod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4410" y="1828800"/>
            <a:ext cx="157607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Mock SIEM Executor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5795" y="1931670"/>
            <a:ext cx="1870075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Dashboard + Alerts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924050" y="2404110"/>
            <a:ext cx="76327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361815" y="2404110"/>
            <a:ext cx="763270" cy="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902450" y="2395220"/>
            <a:ext cx="542290" cy="88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8920480" y="2382520"/>
            <a:ext cx="615315" cy="127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Background and Related Work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64795" y="963930"/>
            <a:ext cx="11216005" cy="513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Rapid growth of digital infrastructure has resulted in a massive increase in security log data, making manual analysis through traditional SIEM systems difficult and time-consuming.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Conventional SIEM platforms require complex query writing and manual dashboard interpretation, demanding advanced technical expertise and leading to slower incident response times.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Machine learning and rule-based log correlation techniques help automate threat detection but still lack intuitive interaction and contextual understanding for analysts.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NLP-based interfaces and chatbots allow users to query and analyze security logs using natural language, improving accessibility, but many existing solutions are limited and lack real-time investigation features.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The proposed Conversational SIEM Assistant combines NLP-driven interaction with SIEM log analysis and automated threat reporting to reduce analyst workload and provide actionable insights efficiently.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  <a:sym typeface="+mn-ea"/>
              </a:rPr>
              <a:t>Analysis of Problem Statement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5450" y="1302385"/>
            <a:ext cx="11614150" cy="45827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The rapid increase in security log data from diverse sources makes manual investigation in traditional SIEM systems inefficient and error-prone.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Existing SIEM platforms require complex query languages and expert knowledge, increasing analyst workload and slowing incident response.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Machine learning and rule-based detection improve alert generation but lack intuitive interaction and contextual explanation for analysts.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Current NLP-based SIEM solutions are limited in scope, often lacking real-time investigation and automated reporting capabilities.</a:t>
            </a:r>
            <a:endParaRPr lang="en-US" altLang="en-US" sz="2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charset="0"/>
                <a:cs typeface="Times New Roman" panose="02020603050405020304" charset="0"/>
              </a:rPr>
              <a:t>There is a need for a Conversational SIEM Assistant that uses NLP to simplify investigations, provide contextual insights, and automate threat reporting.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  <a:sym typeface="+mn-ea"/>
              </a:rPr>
              <a:t>Analysis of Problem Statement (contd...)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Software and Hardware Requirements: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22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Operating System: Windows 10/11 or Linux (Ubuntu 20.04 or later)</a:t>
            </a:r>
            <a:endParaRPr lang="en-US" altLang="en-US" sz="22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Programming Language: Python (for NLP, ML, and backend logic)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SIEM Platform: ELK Stack (Elasticsearch, Logstash, Kibana) or Splunk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NLP Frameworks/Libraries: spaCy, NLTK, Hugging Face Transformers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Machine Learning Libraries: Scikit-learn, TensorFlow or PyTorch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Backend Framework: Flask or Django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Database: Elasticsearch / MongoDB / PostgreSQL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Frontend (Optional): HTML, CSS, JavaScript, React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API &amp; Integration Tools: REST APIs, JSON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Deployment Environment: Docker, Kubernetes (optional)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  <a:sym typeface="+mn-ea"/>
              </a:rPr>
              <a:t>SDG Mapping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9 – Industry, Innovation and Infrastructure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Enhances digital security infrastructure through NLP-driven automation. Supports innovation in cybersecurity monitoring and incident response.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16 – Peace, Justice and Strong Institutions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Improves cyber threat detection and investigation. Strengthens trust, transparency, and resilience of digital institutions.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4 – Quality Education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Simplifies cybersecurity analysis using conversational interfaces. Supports learning and skill development for students and junior security analysts.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8 – Decent Work and Economic Growth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Reduces analyst workload through automation. Improves productivity and ensures secure digital environments for businesses.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17 – Partnerships for the Goals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Encourages integration of NLP, machine learning, and SIEM platforms. Promotes collaboration between academia, industry, and cybersecurity stakeholders.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Github Link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The Github link provided should have public access permission.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  Link: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https://github.com/samidisettypavani/Batch_CBD03_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Conversational SIEM Assistant for Investigation and Automated Threat Reporting using NLP</a:t>
            </a:r>
            <a:endParaRPr lang="en-US" altLang="en-US" dirty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96499" y="274638"/>
            <a:ext cx="10984301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Timeline of the Project (Gantt Chart)</a:t>
            </a:r>
            <a:endParaRPr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3060" y="1060450"/>
          <a:ext cx="11745595" cy="498475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335405"/>
                <a:gridCol w="1301115"/>
                <a:gridCol w="1301115"/>
                <a:gridCol w="1301750"/>
                <a:gridCol w="1252220"/>
                <a:gridCol w="1350010"/>
                <a:gridCol w="1301115"/>
                <a:gridCol w="1301750"/>
                <a:gridCol w="1301115"/>
              </a:tblGrid>
              <a:tr h="215265">
                <a:tc>
                  <a:txBody>
                    <a:bodyPr/>
                    <a:lstStyle/>
                    <a:p>
                      <a:r>
                        <a:rPr lang="en-US" altLang="zh-CN" sz="1100"/>
                        <a:t>Phase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4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6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7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8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lang="en-US" altLang="zh-CN" sz="1100"/>
                        <a:t>Log &amp; Threat Data Collection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690880">
                <a:tc>
                  <a:txBody>
                    <a:bodyPr/>
                    <a:lstStyle/>
                    <a:p>
                      <a:r>
                        <a:rPr lang="en-US" altLang="zh-CN" sz="1100"/>
                        <a:t>Header Parsing &amp; Preprocessing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lang="en-US" altLang="zh-CN" sz="1100"/>
                        <a:t>IP Lookup &amp; Geolocation Analysis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803910">
                <a:tc>
                  <a:txBody>
                    <a:bodyPr/>
                    <a:lstStyle/>
                    <a:p>
                      <a:r>
                        <a:rPr lang="en-US" altLang="zh-CN" sz="1100"/>
                        <a:t>NLP Module Development (Intent, NER)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363220">
                <a:tc>
                  <a:txBody>
                    <a:bodyPr/>
                    <a:lstStyle/>
                    <a:p>
                      <a:r>
                        <a:rPr lang="en-US" altLang="zh-CN" sz="1100"/>
                        <a:t>SIEM Correlation &amp; Threat Detection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270">
                <a:tc>
                  <a:txBody>
                    <a:bodyPr/>
                    <a:lstStyle/>
                    <a:p>
                      <a:r>
                        <a:rPr lang="en-US" altLang="zh-CN" sz="1100"/>
                        <a:t>Conversational Interface Integration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905">
                <a:tc>
                  <a:txBody>
                    <a:bodyPr/>
                    <a:p>
                      <a:r>
                        <a:rPr lang="en-US" altLang="zh-CN" sz="1100"/>
                        <a:t>Visualization &amp; Dashboard Development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905">
                <a:tc>
                  <a:txBody>
                    <a:bodyPr/>
                    <a:p>
                      <a:r>
                        <a:rPr lang="en-US" altLang="zh-CN" sz="1100"/>
                        <a:t>Testing &amp; Refinement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905">
                <a:tc>
                  <a:txBody>
                    <a:bodyPr/>
                    <a:p>
                      <a:r>
                        <a:rPr lang="en-US" altLang="zh-CN" sz="1100"/>
                        <a:t>Final Reporting &amp; Review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References (IEEE Paper format)</a:t>
            </a:r>
            <a:endParaRPr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243840" y="996315"/>
            <a:ext cx="11236960" cy="509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[1] A. Shafahi, M. F. Hossain, and R. Boutaba, “Cyber Sentinel: Exploring Conversational Agents’ Role in Security Operations,” arXiv preprint arXiv:2309.16422, 2023.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[2]Y. Chen, P. Mishra, and S. Kumar, “Large Language Models for Security Operations Centers,” arXiv preprint arXiv:2403.09871, 2024.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[3]M. Rossi, L. Bianchi, and A. Verdi, “Design and Implementation of a Chatbot for the Supervision of Security Events (SIEM),” in Proc. Int. Conf. Cyber Security and Protection of Digital Services, 2023, pp. 112–118.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[4]S. T. Ahmad and K. R. Choo, “Natural Language Processing for Cybersecurity Incident Analysis,” in Proc. Int. Conf. Artificial Intelligence and Security, 2022, pp. 55–62.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[5]R. Patel and D. Nguyen, “AI-Driven ChatOps for Real-Time Security Incident Response in DevSecOps,” Int. J. Computer Techniques, vol. 12, no. 2, pp. 1–9, May 2025.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[6]A. K. Singh, P. Verma, and N. S. Rao, “Automated Threat Hunting Using Natural Language Processing on Security Logs,” IEEE Access, vol. 11, pp. 145320–145332, 2023, doi: 10.1109/ACCESS.2023.3312456.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[7]H. Husari, M. Nader, and E. Al-Shaer, “TTPDrill: Automatic and Accurate Extraction of Threat Actions from Unstructured Text,” in Proc. IEEE Symp. Security and Privacy Workshops, 2017, pp. 103–109.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[8]S. Mittal, P. K. Das, and V. K. Singh, “A Survey of AI and NLP Techniques for Cyber Threat Intelligence,” IEEE Communications Surveys &amp; Tutorials, vol. 23, no. 4, pp. 2349–2381, 2021.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[9]A. Vaswani et al., “Attention Is All You Need,” in Proc. Adv. Neural Information Processing Systems (NeurIPS), 2017, pp. 5998–6008.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[10]N. McLaughlin, J. McCarthy, and P. O’Reilly, “Automated Security Event Triage Using Machine Learning and Natural Language Processing,” in Proc. IEEE Int. Conf. Big Data, 2020, pp. 3214–3221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4*392"/>
  <p:tag name="TABLE_ENDDRAG_RECT" val="27*83*924*392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7300</Words>
  <Application>WPS Presentation</Application>
  <PresentationFormat>Widescreen</PresentationFormat>
  <Paragraphs>254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Cambria</vt:lpstr>
      <vt:lpstr>Times New Roman</vt:lpstr>
      <vt:lpstr>Microsoft YaHei</vt:lpstr>
      <vt:lpstr>Arial Unicode MS</vt:lpstr>
      <vt:lpstr>Bookman Old Style</vt:lpstr>
      <vt:lpstr>Book Antiqua</vt:lpstr>
      <vt:lpstr>Bioinformatics</vt:lpstr>
      <vt:lpstr>Conversational SIEM Assistant for Investigation and Automated Threat Reporting using NLP</vt:lpstr>
      <vt:lpstr>Problem Statement Number: 25173 </vt:lpstr>
      <vt:lpstr>Content</vt:lpstr>
      <vt:lpstr>Objectives :</vt:lpstr>
      <vt:lpstr>Architecture Diagram</vt:lpstr>
      <vt:lpstr>Background and Related Work</vt:lpstr>
      <vt:lpstr>Analysis of Problem Statement</vt:lpstr>
      <vt:lpstr>Analysis of Problem Statement (contd...)</vt:lpstr>
      <vt:lpstr>SDG Mapping</vt:lpstr>
      <vt:lpstr>Github Link</vt:lpstr>
      <vt:lpstr>Timeline of the Project (Gantt Chart)</vt:lpstr>
      <vt:lpstr>References (IEEE Paper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Umesh Serakula</cp:lastModifiedBy>
  <cp:revision>331</cp:revision>
  <dcterms:created xsi:type="dcterms:W3CDTF">2026-01-11T14:23:00Z</dcterms:created>
  <dcterms:modified xsi:type="dcterms:W3CDTF">2026-03-04T14:58:13Z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4081D61B2E4F45FBAC442AB5F4762735_13</vt:lpwstr>
  </property>
  <property fmtid="{D5CDD505-2E9C-101B-9397-08002B2CF9AE}" pid="3" name="KSOProductBuildVer">
    <vt:lpwstr>1033-12.2.0.23196</vt:lpwstr>
  </property>
</Properties>
</file>